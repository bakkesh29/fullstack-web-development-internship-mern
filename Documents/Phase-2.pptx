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55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1" r:id="rId9"/>
    <p:sldId id="260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E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8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D9A777-68A9-4C9F-8906-73397869E557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D38E3-29A6-4012-B95A-562BCA733A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387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D38E3-29A6-4012-B95A-562BCA733A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40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D38E3-29A6-4012-B95A-562BCA733AC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08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370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22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600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532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7966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006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635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33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32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3695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790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599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1612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598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414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1848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356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DB789-5B7B-46F8-BA84-614EE730F96B}" type="datetimeFigureOut">
              <a:rPr lang="en-IN" smtClean="0"/>
              <a:t>11-04-2026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CA8684D-CE1D-4DBF-BB40-C90573C95D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83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56" r:id="rId1"/>
    <p:sldLayoutId id="2147485157" r:id="rId2"/>
    <p:sldLayoutId id="2147485158" r:id="rId3"/>
    <p:sldLayoutId id="2147485159" r:id="rId4"/>
    <p:sldLayoutId id="2147485160" r:id="rId5"/>
    <p:sldLayoutId id="2147485161" r:id="rId6"/>
    <p:sldLayoutId id="2147485162" r:id="rId7"/>
    <p:sldLayoutId id="2147485163" r:id="rId8"/>
    <p:sldLayoutId id="2147485164" r:id="rId9"/>
    <p:sldLayoutId id="2147485165" r:id="rId10"/>
    <p:sldLayoutId id="2147485166" r:id="rId11"/>
    <p:sldLayoutId id="2147485167" r:id="rId12"/>
    <p:sldLayoutId id="2147485168" r:id="rId13"/>
    <p:sldLayoutId id="2147485169" r:id="rId14"/>
    <p:sldLayoutId id="2147485170" r:id="rId15"/>
    <p:sldLayoutId id="2147485171" r:id="rId16"/>
    <p:sldLayoutId id="214748517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9;p13">
            <a:extLst>
              <a:ext uri="{FF2B5EF4-FFF2-40B4-BE49-F238E27FC236}">
                <a16:creationId xmlns:a16="http://schemas.microsoft.com/office/drawing/2014/main" id="{39F9F1EA-CE83-79C4-08F5-A6704784E1B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3840" y="206278"/>
            <a:ext cx="1467674" cy="1281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9A7214-9BEF-B764-A3FF-CE74339EEA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96" y="206278"/>
            <a:ext cx="1151256" cy="12817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846652-18E6-4D75-29DF-9B540E48480C}"/>
              </a:ext>
            </a:extLst>
          </p:cNvPr>
          <p:cNvSpPr txBox="1"/>
          <p:nvPr/>
        </p:nvSpPr>
        <p:spPr>
          <a:xfrm>
            <a:off x="2239298" y="-28661"/>
            <a:ext cx="816454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VISVESVARAYA TECHNOLOGICAL UNIVERSITY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BELAGAVI-590018, KARNATAKA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BAPUJI INSTITUTE OF ENGINEERING AND TECHNOLOGY, DAVANAGERE</a:t>
            </a:r>
          </a:p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and Engineering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8BA24-20EF-FB72-3594-ED02CA2053C0}"/>
              </a:ext>
            </a:extLst>
          </p:cNvPr>
          <p:cNvSpPr txBox="1"/>
          <p:nvPr/>
        </p:nvSpPr>
        <p:spPr>
          <a:xfrm>
            <a:off x="289560" y="2495107"/>
            <a:ext cx="11612880" cy="4832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ea typeface="Geist Bold" pitchFamily="34" charset="-122"/>
                <a:cs typeface="Times New Roman" panose="02020603050405020304" pitchFamily="18" charset="0"/>
              </a:rPr>
              <a:t>Phase-2 Internship Presentation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</a:t>
            </a:r>
            <a:r>
              <a:rPr lang="en-US" sz="2200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Presented By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Internship Organization : </a:t>
            </a:r>
            <a:r>
              <a:rPr lang="en-US" sz="22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SuprMentr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Bakkesh Y M R                                                             I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nternship Duration  : 4 months</a:t>
            </a:r>
            <a:endParaRPr lang="en-IN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4BD22IS024                                                                 External Guide : Yashas M H</a:t>
            </a:r>
            <a:endParaRPr lang="en-US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</a:t>
            </a: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UG &amp; VIII Sem                                                             Internal Guide: Dr. Arun Kumar G H</a:t>
            </a:r>
            <a:endParaRPr lang="en-IN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endParaRPr lang="en-IN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endParaRPr lang="en-IN" sz="22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spcAft>
                <a:spcPts val="1000"/>
              </a:spcAft>
              <a:buSzPts val="1000"/>
              <a:tabLst>
                <a:tab pos="457200" algn="l"/>
              </a:tabLst>
            </a:pPr>
            <a:r>
              <a:rPr lang="en-US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63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F8238-61DB-41B6-6E95-199EAFE17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317" y="450697"/>
            <a:ext cx="7953069" cy="514442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ABOUT SUPRMENTR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8C31E-9A7B-D7F8-AF69-3AC7D84640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35943" y="1406013"/>
            <a:ext cx="8844116" cy="4857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Name 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SuprMentr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 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Stack Web Development(MERN)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overview :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Suprmentr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Pvt Ltd provides internship programs and technical training for students. The company focuses on improving programming skills, AI knowledge, and real-world problem-solving abilities through practical assignments and project-based learning.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Bengaluru, Karnataka 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https://suprmentr.learnyst.com</a:t>
            </a:r>
          </a:p>
        </p:txBody>
      </p:sp>
      <p:sp>
        <p:nvSpPr>
          <p:cNvPr id="4" name="AutoShape 4" descr="VTU - Internyet">
            <a:extLst>
              <a:ext uri="{FF2B5EF4-FFF2-40B4-BE49-F238E27FC236}">
                <a16:creationId xmlns:a16="http://schemas.microsoft.com/office/drawing/2014/main" id="{BB566351-F943-2CA6-F305-41532E6270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5BFFF9E8-BD50-37BA-5528-E0728FE64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213" y="212971"/>
            <a:ext cx="3018504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67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8DB62-0BCA-C724-6341-71E4972A21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93491" y="639096"/>
            <a:ext cx="9500419" cy="5683045"/>
          </a:xfrm>
        </p:spPr>
        <p:txBody>
          <a:bodyPr/>
          <a:lstStyle/>
          <a:p>
            <a:pPr marL="0" indent="0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provided: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SuprMentr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Technologies Pvt Ltd that providing practical technical training, project support and mentorship especially useful for students and educational institutions.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Students with real-world industry insight.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 project-based, hands-on upskilling programs.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the gap between academic learning and industry expectations.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problem-solvers, builders, and future tech leaders.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Certification for students.</a:t>
            </a:r>
          </a:p>
          <a:p>
            <a:pPr marL="0" indent="0"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655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01EF8-0CCD-AFE5-1DCE-C5B1882B6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1645" y="525788"/>
            <a:ext cx="6855542" cy="791735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OBJECTIVES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AEA095-E2F5-1D5C-6706-A21A29AA9A9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396285" y="1659427"/>
            <a:ext cx="9185787" cy="4052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real-world software development workflow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industry tools &amp; technologies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experience on live projects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teamwork, communication &amp; documentation skills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bridge the gap between theory and practice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42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EF09B-5FE1-181A-8BE9-9E2EDAF2A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813" y="614278"/>
            <a:ext cx="9045677" cy="97854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Learned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ED876-9F3A-F6D9-4F74-6C486942EF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41196" y="1592827"/>
            <a:ext cx="8934276" cy="491973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    </a:t>
            </a:r>
          </a:p>
          <a:p>
            <a:pPr marL="400050" lvl="1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Structure &amp; Page Layout Design   </a:t>
            </a:r>
          </a:p>
          <a:p>
            <a:pPr marL="40005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CSS Styling &amp; Responsive Design    </a:t>
            </a:r>
          </a:p>
          <a:p>
            <a:pPr marL="40005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JavaScript (Functions, Conditions, Event Handling)    </a:t>
            </a:r>
          </a:p>
          <a:p>
            <a:pPr marL="400050" lvl="1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React.js (Component-Based UI Development)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Development    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Runtime Environment    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Express.js (API Development)    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RESTful API Integration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   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(NoSQL Database)  </a:t>
            </a:r>
          </a:p>
          <a:p>
            <a:pPr marL="400050" lvl="1" indent="0">
              <a:lnSpc>
                <a:spcPct val="12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CRUD Operations (Create, Read, Update, Delete)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4515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A95C-7961-1939-79C4-ED7FA0F66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831064"/>
          </a:xfrm>
        </p:spPr>
        <p:txBody>
          <a:bodyPr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Tools Used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6695B-06DB-7EF7-8F3C-EFA5C6AFE4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92924" y="1591446"/>
            <a:ext cx="8487583" cy="42292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was used for writing and editing HTML, CSS, JavaScript, React, and Node.js code 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2. MongoDB Atlas was used for database management.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3. GitHub was used for version control and project repository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0093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99A74-6D11-6FC9-40B7-EB70E7E5A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7200005" cy="104737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Assigned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1A15D-E9EF-A30B-34A1-8B947CC334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27124" y="1337187"/>
            <a:ext cx="9448800" cy="5132439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Performed During Internship: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2–3 assignments per week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concepts covered on that week.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Dubai Light" panose="020B0303030403030204" pitchFamily="34" charset="-78"/>
                <a:cs typeface="Dubai Light" panose="020B0303030403030204" pitchFamily="34" charset="-78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submission schedule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ensured timely completion of all tasks.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proper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documentation and comments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understanding and review.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all assignments in a structured manner in GitHub repositories for easy access and tracking.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Portfolio Website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256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D00BE-0862-F008-71C3-B278FDEB2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594613"/>
            <a:ext cx="5823489" cy="91955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F12C74B-8A2C-F28F-D1A0-134CD285EC2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694577" y="1730034"/>
            <a:ext cx="9227890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 to design responsive and user-friendly web interfaces.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knowledge of frontend and backend.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Acquired skills in database management using MongoDB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Acquired skills in database management using MongoDB.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problem-solving and debugging skills.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experience in using development tools like VS Code and GitHub.</a:t>
            </a:r>
          </a:p>
        </p:txBody>
      </p:sp>
    </p:spTree>
    <p:extLst>
      <p:ext uri="{BB962C8B-B14F-4D97-AF65-F5344CB8AC3E}">
        <p14:creationId xmlns:p14="http://schemas.microsoft.com/office/powerpoint/2010/main" val="1634993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A0019-E6D7-BF5E-B11F-5DCD3167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413" y="471948"/>
            <a:ext cx="5017244" cy="884905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Solutions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4DAE8-CCEA-1FDE-1F2B-97341057C31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01413" y="1600694"/>
            <a:ext cx="9169009" cy="52573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Encountered errors in MongoDB connection.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 difficulty in connecting frontend with backend.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in handling CRUD operations.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responsiveness problems.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 Solved Them: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Resolved by understanding API calls and using proper endpoints.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by verifying connection string and environment configuration.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by using CSS flexbox, grid, and media queries,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Practiced API testing and debugging using tools like Postman,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285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6ED1C-138C-E3FE-3192-E51B0E5E71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19632" y="2251588"/>
            <a:ext cx="7199671" cy="33491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7200" dirty="0">
                <a:latin typeface="Algerian" panose="04020705040A02060702" pitchFamily="82" charset="0"/>
              </a:rPr>
              <a:t>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32855337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1901</TotalTime>
  <Words>570</Words>
  <Application>Microsoft Office PowerPoint</Application>
  <PresentationFormat>Widescreen</PresentationFormat>
  <Paragraphs>80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Algerian</vt:lpstr>
      <vt:lpstr>Arial</vt:lpstr>
      <vt:lpstr>Calibri</vt:lpstr>
      <vt:lpstr>Century Gothic</vt:lpstr>
      <vt:lpstr>Dubai Light</vt:lpstr>
      <vt:lpstr>Times New Roman</vt:lpstr>
      <vt:lpstr>Wingdings</vt:lpstr>
      <vt:lpstr>Wingdings 3</vt:lpstr>
      <vt:lpstr>Wisp</vt:lpstr>
      <vt:lpstr>PowerPoint Presentation</vt:lpstr>
      <vt:lpstr> ABOUT SUPRMENTR</vt:lpstr>
      <vt:lpstr>PowerPoint Presentation</vt:lpstr>
      <vt:lpstr>     OBJECTIVES </vt:lpstr>
      <vt:lpstr>Technology Learned </vt:lpstr>
      <vt:lpstr>                         Tools Used </vt:lpstr>
      <vt:lpstr>Work Assigned</vt:lpstr>
      <vt:lpstr>Learning Outcomes</vt:lpstr>
      <vt:lpstr>Challenges &amp; Solutions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SUHAIL I</dc:creator>
  <cp:lastModifiedBy>ARVIND THEVAR</cp:lastModifiedBy>
  <cp:revision>60</cp:revision>
  <dcterms:created xsi:type="dcterms:W3CDTF">2025-03-23T16:25:28Z</dcterms:created>
  <dcterms:modified xsi:type="dcterms:W3CDTF">2026-04-11T03:34:27Z</dcterms:modified>
</cp:coreProperties>
</file>