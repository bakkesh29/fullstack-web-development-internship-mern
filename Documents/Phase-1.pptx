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grandir" pitchFamily="2" charset="77"/>
      <p:regular r:id="rId12"/>
    </p:embeddedFont>
    <p:embeddedFont>
      <p:font typeface="Agrandir Bold" pitchFamily="2" charset="77"/>
      <p:regular r:id="rId13"/>
      <p:bold r:id="rId14"/>
    </p:embeddedFont>
    <p:embeddedFont>
      <p:font typeface="Canva Sans" panose="020B0503030501040103" pitchFamily="34" charset="0"/>
      <p:regular r:id="rId15"/>
    </p:embeddedFont>
    <p:embeddedFont>
      <p:font typeface="Canva Sans Bold" panose="020B0803030501040103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94653" autoAdjust="0"/>
  </p:normalViewPr>
  <p:slideViewPr>
    <p:cSldViewPr>
      <p:cViewPr varScale="1">
        <p:scale>
          <a:sx n="75" d="100"/>
          <a:sy n="75" d="100"/>
        </p:scale>
        <p:origin x="5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325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6003" y="-32526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82777" y="-2387802"/>
            <a:ext cx="14345896" cy="13041724"/>
          </a:xfrm>
          <a:custGeom>
            <a:avLst/>
            <a:gdLst/>
            <a:ahLst/>
            <a:cxnLst/>
            <a:rect l="l" t="t" r="r" b="b"/>
            <a:pathLst>
              <a:path w="14345896" h="13041724">
                <a:moveTo>
                  <a:pt x="0" y="0"/>
                </a:moveTo>
                <a:lnTo>
                  <a:pt x="14345897" y="0"/>
                </a:lnTo>
                <a:lnTo>
                  <a:pt x="14345897" y="13041724"/>
                </a:lnTo>
                <a:lnTo>
                  <a:pt x="0" y="13041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485437"/>
            <a:ext cx="1888710" cy="2117016"/>
          </a:xfrm>
          <a:custGeom>
            <a:avLst/>
            <a:gdLst/>
            <a:ahLst/>
            <a:cxnLst/>
            <a:rect l="l" t="t" r="r" b="b"/>
            <a:pathLst>
              <a:path w="1888710" h="2117016">
                <a:moveTo>
                  <a:pt x="0" y="0"/>
                </a:moveTo>
                <a:lnTo>
                  <a:pt x="1888710" y="0"/>
                </a:lnTo>
                <a:lnTo>
                  <a:pt x="1888710" y="2117016"/>
                </a:lnTo>
                <a:lnTo>
                  <a:pt x="0" y="21170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28498" y="485437"/>
            <a:ext cx="2295208" cy="2018200"/>
          </a:xfrm>
          <a:custGeom>
            <a:avLst/>
            <a:gdLst/>
            <a:ahLst/>
            <a:cxnLst/>
            <a:rect l="l" t="t" r="r" b="b"/>
            <a:pathLst>
              <a:path w="2295208" h="2018200">
                <a:moveTo>
                  <a:pt x="0" y="0"/>
                </a:moveTo>
                <a:lnTo>
                  <a:pt x="2295207" y="0"/>
                </a:lnTo>
                <a:lnTo>
                  <a:pt x="2295207" y="2018200"/>
                </a:lnTo>
                <a:lnTo>
                  <a:pt x="0" y="2018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89431" y="1010644"/>
            <a:ext cx="10544306" cy="263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VISVESVARAYA TECHNOLOGICAL UNIVERSITY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BELAGAVI-590018, KARNATAKA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BAPUJI INSTITUTE OF ENGINEERING AND TECHNOLOGY, DAVANAGERE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8600" y="4982374"/>
            <a:ext cx="12935508" cy="426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endParaRPr b="1" dirty="0"/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Name : </a:t>
            </a:r>
            <a:r>
              <a:rPr lang="en-US" sz="3399" b="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Bakkesh</a:t>
            </a: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Y M R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USN : 4BD22IS024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Program &amp; Semester : UG &amp; 8th </a:t>
            </a:r>
            <a:r>
              <a:rPr lang="en-US" sz="3399" b="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sem</a:t>
            </a:r>
            <a:endParaRPr lang="en-US" sz="3399" b="1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Internship Organization : </a:t>
            </a:r>
            <a:r>
              <a:rPr lang="en-US" sz="3399" b="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SuprMentr</a:t>
            </a: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Technologies Pvt Ltd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Internship Duration : 4 month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External Guide : </a:t>
            </a:r>
            <a:r>
              <a:rPr lang="en-US" sz="3399" b="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Mr</a:t>
            </a: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Yashas</a:t>
            </a:r>
            <a:r>
              <a:rPr lang="en-US" sz="3399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 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69778" y="3468214"/>
            <a:ext cx="9249732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Phase-1 Internship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325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6003" y="-32526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598020" y="3035592"/>
            <a:ext cx="6042978" cy="5663982"/>
            <a:chOff x="0" y="0"/>
            <a:chExt cx="1853832" cy="17375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53832" cy="1737565"/>
            </a:xfrm>
            <a:custGeom>
              <a:avLst/>
              <a:gdLst/>
              <a:ahLst/>
              <a:cxnLst/>
              <a:rect l="l" t="t" r="r" b="b"/>
              <a:pathLst>
                <a:path w="1853832" h="1737565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1597442"/>
                  </a:lnTo>
                  <a:cubicBezTo>
                    <a:pt x="852336" y="1634605"/>
                    <a:pt x="867099" y="1670246"/>
                    <a:pt x="893377" y="1696524"/>
                  </a:cubicBezTo>
                  <a:cubicBezTo>
                    <a:pt x="919656" y="1722802"/>
                    <a:pt x="955296" y="1737565"/>
                    <a:pt x="992459" y="1737565"/>
                  </a:cubicBezTo>
                  <a:lnTo>
                    <a:pt x="1713710" y="1737565"/>
                  </a:lnTo>
                  <a:cubicBezTo>
                    <a:pt x="1750873" y="1737565"/>
                    <a:pt x="1786514" y="1722802"/>
                    <a:pt x="1812791" y="1696524"/>
                  </a:cubicBezTo>
                  <a:cubicBezTo>
                    <a:pt x="1839070" y="1670246"/>
                    <a:pt x="1853832" y="1634605"/>
                    <a:pt x="1853832" y="1597442"/>
                  </a:cubicBezTo>
                  <a:lnTo>
                    <a:pt x="1853832" y="576944"/>
                  </a:lnTo>
                  <a:cubicBezTo>
                    <a:pt x="1853832" y="499557"/>
                    <a:pt x="1791097" y="436823"/>
                    <a:pt x="1713710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blipFill>
              <a:blip r:embed="rId6"/>
              <a:stretch>
                <a:fillRect l="-20208" r="-2020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2262822" y="-1356842"/>
            <a:ext cx="5372180" cy="5372180"/>
          </a:xfrm>
          <a:custGeom>
            <a:avLst/>
            <a:gdLst/>
            <a:ahLst/>
            <a:cxnLst/>
            <a:rect l="l" t="t" r="r" b="b"/>
            <a:pathLst>
              <a:path w="5372180" h="5372180">
                <a:moveTo>
                  <a:pt x="0" y="0"/>
                </a:moveTo>
                <a:lnTo>
                  <a:pt x="5372181" y="0"/>
                </a:lnTo>
                <a:lnTo>
                  <a:pt x="5372181" y="5372180"/>
                </a:lnTo>
                <a:lnTo>
                  <a:pt x="0" y="53721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4921" y="446222"/>
            <a:ext cx="1747199" cy="1766052"/>
          </a:xfrm>
          <a:custGeom>
            <a:avLst/>
            <a:gdLst/>
            <a:ahLst/>
            <a:cxnLst/>
            <a:rect l="l" t="t" r="r" b="b"/>
            <a:pathLst>
              <a:path w="1747199" h="1766052">
                <a:moveTo>
                  <a:pt x="0" y="0"/>
                </a:moveTo>
                <a:lnTo>
                  <a:pt x="1747199" y="0"/>
                </a:lnTo>
                <a:lnTo>
                  <a:pt x="1747199" y="1766052"/>
                </a:lnTo>
                <a:lnTo>
                  <a:pt x="0" y="1766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07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84921" y="2798412"/>
            <a:ext cx="6677662" cy="204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About </a:t>
            </a:r>
          </a:p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Supr Mentr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991099"/>
            <a:ext cx="9863550" cy="529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Organizati</a:t>
            </a:r>
            <a:r>
              <a:rPr lang="en-US" sz="2999" b="1" u="none" strike="noStrik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on Name : </a:t>
            </a:r>
            <a:r>
              <a:rPr lang="en-US" sz="2999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SuprMentr Technologies Pvt Ltd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 u="none" strike="noStrik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Domain : </a:t>
            </a:r>
            <a:r>
              <a:rPr lang="en-US" sz="2999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Full Stack Web Development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 u="none" strike="noStrik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Organization overview : </a:t>
            </a:r>
            <a:r>
              <a:rPr lang="en-US" sz="2999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Supermentr is an EdTech platform that focuses on providing practical technical training and mentorship to students. The organization helps learners gain industry-relevant skills through structured training programs and real-world projects.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 u="none" strike="noStrik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Location :</a:t>
            </a:r>
            <a:r>
              <a:rPr lang="en-US" sz="2999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Bengaluru,Karnataka – 560001 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 u="none" strike="noStrik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Website : </a:t>
            </a:r>
            <a:r>
              <a:rPr lang="en-US" sz="2999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https://suprmentr.learnyst.com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999" u="none" strike="noStrik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325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6003" y="-32526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08053" y="762000"/>
            <a:ext cx="15451247" cy="8305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1"/>
              </a:lnSpc>
              <a:spcBef>
                <a:spcPct val="0"/>
              </a:spcBef>
            </a:pPr>
            <a:r>
              <a:rPr lang="en-US" sz="573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Services provided: </a:t>
            </a:r>
          </a:p>
          <a:p>
            <a:pPr algn="ctr">
              <a:lnSpc>
                <a:spcPts val="5651"/>
              </a:lnSpc>
              <a:spcBef>
                <a:spcPct val="0"/>
              </a:spcBef>
            </a:pPr>
            <a:endParaRPr lang="en-US" sz="5736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5651"/>
              </a:lnSpc>
              <a:spcBef>
                <a:spcPct val="0"/>
              </a:spcBef>
            </a:pPr>
            <a:r>
              <a:rPr lang="en-US" sz="4036" b="1" dirty="0" err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SuprMentr</a:t>
            </a:r>
            <a:r>
              <a:rPr lang="en-US" sz="403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Technologies Pvt Ltd that providing practical technical training, project support and mentorship especially useful for students and educational institutions.</a:t>
            </a:r>
          </a:p>
          <a:p>
            <a:pPr algn="l">
              <a:lnSpc>
                <a:spcPts val="5651"/>
              </a:lnSpc>
            </a:pPr>
            <a:r>
              <a:rPr lang="en-US" sz="403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•Mentor Students with real-world industry insight.</a:t>
            </a:r>
          </a:p>
          <a:p>
            <a:pPr algn="l">
              <a:lnSpc>
                <a:spcPts val="5651"/>
              </a:lnSpc>
            </a:pPr>
            <a:r>
              <a:rPr lang="en-US" sz="403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•Deliver project-based, hands-on upskilling programs.</a:t>
            </a:r>
          </a:p>
          <a:p>
            <a:pPr algn="l">
              <a:lnSpc>
                <a:spcPts val="5651"/>
              </a:lnSpc>
            </a:pPr>
            <a:r>
              <a:rPr lang="en-US" sz="403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•Bridge the gap between academic learning and industry expectations.</a:t>
            </a:r>
          </a:p>
          <a:p>
            <a:pPr algn="l">
              <a:lnSpc>
                <a:spcPts val="5651"/>
              </a:lnSpc>
            </a:pPr>
            <a:r>
              <a:rPr lang="en-US" sz="403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•Shape problem-solvers, builders, and future tech leaders.</a:t>
            </a:r>
          </a:p>
          <a:p>
            <a:pPr algn="l">
              <a:lnSpc>
                <a:spcPts val="5651"/>
              </a:lnSpc>
            </a:pPr>
            <a:r>
              <a:rPr lang="en-US" sz="403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•Certification Programs for Students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325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6003" y="-32526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99483" y="2045620"/>
            <a:ext cx="9961393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Objectives: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60099" y="3390514"/>
            <a:ext cx="14167803" cy="333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•To understand real-world software development workflow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•To learn industry tools &amp; technologies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•To gain hands-on experience on live projects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•To improve teamwork, communication &amp; documentation skills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•To bridge the gap between theory and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325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6003" y="-32526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199483" y="2045620"/>
            <a:ext cx="13353452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Technologies Learned: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9543" y="3562264"/>
            <a:ext cx="17259300" cy="333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 Programming Languages: HTML, CSS, JavaScript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Frameworks / Libraries: React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Concepts: DOM Manipulation, Event Handling, Responsive Web Design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Frontend Development: Component-Based UI Development</a:t>
            </a:r>
          </a:p>
          <a:p>
            <a:pPr algn="l">
              <a:lnSpc>
                <a:spcPts val="5175"/>
              </a:lnSpc>
            </a:pPr>
            <a:endParaRPr lang="en-US" sz="3696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31801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33603" y="-31002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51883" y="2198020"/>
            <a:ext cx="13353452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Tools Used: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1943" y="3714664"/>
            <a:ext cx="17259300" cy="333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 Code Editor: Visual Studio Code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Browser Tools: Chrome Developer Tools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API Integration: Fetch API / </a:t>
            </a:r>
            <a:r>
              <a:rPr lang="en-US" sz="3696" b="1" dirty="0" err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Axios</a:t>
            </a:r>
            <a:endParaRPr lang="en-US" sz="3696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Platforms: Web Browser Environment</a:t>
            </a:r>
          </a:p>
          <a:p>
            <a:pPr algn="l">
              <a:lnSpc>
                <a:spcPts val="5175"/>
              </a:lnSpc>
            </a:pPr>
            <a:endParaRPr lang="en-US" sz="3696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31801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33603" y="-31002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51883" y="2198020"/>
            <a:ext cx="13353452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Work Assigned: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1943" y="3714664"/>
            <a:ext cx="17259300" cy="463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 Requirement understanding &amp; problem statement analysis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Setting up development environment using Visual Studio Code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Building web pages using HTML and CSS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Implementing interactivity using JavaScript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Developing UI components using React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Preparing documentation for assignments and mini projects</a:t>
            </a:r>
          </a:p>
          <a:p>
            <a:pPr algn="l">
              <a:lnSpc>
                <a:spcPts val="5175"/>
              </a:lnSpc>
            </a:pPr>
            <a:endParaRPr lang="en-US" sz="3696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31801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33603" y="-31002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8015" y="1599465"/>
            <a:ext cx="13353452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Example Work: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34556"/>
            <a:ext cx="16807304" cy="75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0"/>
              </a:lnSpc>
            </a:pPr>
            <a:r>
              <a:rPr lang="en-US" sz="3696" b="1" spc="-5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 Created “Internet Explorer” assignment explaining client–server       architecture and web request flow</a:t>
            </a:r>
          </a:p>
          <a:p>
            <a:pPr algn="l">
              <a:lnSpc>
                <a:spcPts val="5360"/>
              </a:lnSpc>
            </a:pPr>
            <a:r>
              <a:rPr lang="en-US" sz="3696" b="1" spc="-5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Developed “My First Website” – personal profile webpage using HTML elements</a:t>
            </a:r>
          </a:p>
          <a:p>
            <a:pPr algn="l">
              <a:lnSpc>
                <a:spcPts val="5360"/>
              </a:lnSpc>
            </a:pPr>
            <a:r>
              <a:rPr lang="en-US" sz="3696" b="1" spc="-5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Styled webpage in “Make It Beautiful” using CSS colors, fonts, borders, and spacing</a:t>
            </a:r>
          </a:p>
          <a:p>
            <a:pPr algn="l">
              <a:lnSpc>
                <a:spcPts val="5360"/>
              </a:lnSpc>
            </a:pPr>
            <a:r>
              <a:rPr lang="en-US" sz="3696" b="1" spc="-5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Built “Responsive Hero Page” using Flexbox for mobile responsiveness</a:t>
            </a:r>
          </a:p>
          <a:p>
            <a:pPr algn="l">
              <a:lnSpc>
                <a:spcPts val="5360"/>
              </a:lnSpc>
            </a:pPr>
            <a:r>
              <a:rPr lang="en-US" sz="3696" b="1" spc="-5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Developed “Interactive Form” with input validation and user feedback</a:t>
            </a:r>
          </a:p>
          <a:p>
            <a:pPr algn="l">
              <a:lnSpc>
                <a:spcPts val="5360"/>
              </a:lnSpc>
            </a:pPr>
            <a:r>
              <a:rPr lang="en-US" sz="3696" b="1" spc="-5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Created Mini E-Commerce React App with product listing, add to cart, cart count, and item removal using Context API</a:t>
            </a:r>
          </a:p>
          <a:p>
            <a:pPr algn="l">
              <a:lnSpc>
                <a:spcPts val="5175"/>
              </a:lnSpc>
            </a:pPr>
            <a:endParaRPr lang="en-US" sz="3696" b="1" spc="-55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31801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33603" y="-31002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51883" y="2198020"/>
            <a:ext cx="13353452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 Outcomes: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538087"/>
            <a:ext cx="17259300" cy="463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• Learned fundamentals of web development using HTML, CSS, and JavaScript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Built responsive web pages using modern CSS techniques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Developed interactive features using JavaScript and DOM manipulation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Gained experience in component-based UI development using React</a:t>
            </a:r>
          </a:p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• Improved debugging, problem-solving, and logical thinking skills</a:t>
            </a:r>
          </a:p>
          <a:p>
            <a:pPr algn="l">
              <a:lnSpc>
                <a:spcPts val="5175"/>
              </a:lnSpc>
            </a:pPr>
            <a:endParaRPr lang="en-US" sz="3696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844">
                <a:alpha val="100000"/>
              </a:srgbClr>
            </a:gs>
            <a:gs pos="100000">
              <a:srgbClr val="44FFD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3180110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10" y="0"/>
                </a:lnTo>
                <a:lnTo>
                  <a:pt x="13619510" y="13619510"/>
                </a:lnTo>
                <a:lnTo>
                  <a:pt x="0" y="1361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33603" y="-3100217"/>
            <a:ext cx="13619510" cy="13619510"/>
          </a:xfrm>
          <a:custGeom>
            <a:avLst/>
            <a:gdLst/>
            <a:ahLst/>
            <a:cxnLst/>
            <a:rect l="l" t="t" r="r" b="b"/>
            <a:pathLst>
              <a:path w="13619510" h="13619510">
                <a:moveTo>
                  <a:pt x="0" y="0"/>
                </a:moveTo>
                <a:lnTo>
                  <a:pt x="13619509" y="0"/>
                </a:lnTo>
                <a:lnTo>
                  <a:pt x="13619509" y="13619509"/>
                </a:lnTo>
                <a:lnTo>
                  <a:pt x="0" y="1361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51883" y="1969420"/>
            <a:ext cx="13353452" cy="11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Challenges &amp; Solutions: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6208" y="3295461"/>
            <a:ext cx="17259300" cy="724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Challenges Faced: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▪ Understanding JavaScript logic initially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▪ Debugging syntax and runtime errors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▪ Managing component structure in React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▪ Designing responsive layouts for different screen sizes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I Solved Them: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▪ Practiced small coding exercises regularly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▪ Took guidance from mentors and referred documentation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▪ Used browser developer tools for debugging</a:t>
            </a:r>
          </a:p>
          <a:p>
            <a:pPr algn="l">
              <a:lnSpc>
                <a:spcPts val="5175"/>
              </a:lnSpc>
            </a:pPr>
            <a:r>
              <a:rPr lang="en-US" sz="36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▪ Improved understanding through assignments and projects</a:t>
            </a:r>
          </a:p>
          <a:p>
            <a:pPr algn="l">
              <a:lnSpc>
                <a:spcPts val="5175"/>
              </a:lnSpc>
            </a:pPr>
            <a:endParaRPr lang="en-US" sz="3696" b="1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592</Words>
  <Application>Microsoft Macintosh PowerPoint</Application>
  <PresentationFormat>Custom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Canva Sans</vt:lpstr>
      <vt:lpstr>Agrandir</vt:lpstr>
      <vt:lpstr>Canva Sans Bold</vt:lpstr>
      <vt:lpstr>Calibri</vt:lpstr>
      <vt:lpstr>Agrandir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Development</dc:title>
  <cp:lastModifiedBy>BAKKESH Y M R</cp:lastModifiedBy>
  <cp:revision>3</cp:revision>
  <dcterms:created xsi:type="dcterms:W3CDTF">2006-08-16T00:00:00Z</dcterms:created>
  <dcterms:modified xsi:type="dcterms:W3CDTF">2026-03-07T04:41:03Z</dcterms:modified>
  <dc:identifier>DAHDM5hNgsc</dc:identifier>
</cp:coreProperties>
</file>